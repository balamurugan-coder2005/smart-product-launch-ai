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260" r:id="rId4"/>
    <p:sldId id="262" r:id="rId5"/>
    <p:sldId id="272" r:id="rId6"/>
    <p:sldId id="274" r:id="rId7"/>
    <p:sldId id="273" r:id="rId8"/>
    <p:sldId id="275" r:id="rId9"/>
    <p:sldId id="263" r:id="rId10"/>
    <p:sldId id="265" r:id="rId11"/>
    <p:sldId id="267" r:id="rId12"/>
    <p:sldId id="270" r:id="rId13"/>
    <p:sldId id="271" r:id="rId14"/>
    <p:sldId id="268" r:id="rId15"/>
    <p:sldId id="276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686"/>
    <a:srgbClr val="FF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1D6A6-A87B-419B-9560-D2812173CECB}" v="32" dt="2025-12-14T15:16:38.72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4660"/>
  </p:normalViewPr>
  <p:slideViewPr>
    <p:cSldViewPr snapToGrid="0">
      <p:cViewPr>
        <p:scale>
          <a:sx n="50" d="100"/>
          <a:sy n="50" d="100"/>
        </p:scale>
        <p:origin x="-178" y="9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 n" userId="9e4b367cbb6b095c" providerId="LiveId" clId="{8F0AA8BE-8CF5-4F4D-8BE5-24FA80C1EAF4}"/>
    <pc:docChg chg="undo custSel addSld delSld modSld">
      <pc:chgData name="bala n" userId="9e4b367cbb6b095c" providerId="LiveId" clId="{8F0AA8BE-8CF5-4F4D-8BE5-24FA80C1EAF4}" dt="2025-12-14T15:17:20.163" v="314" actId="47"/>
      <pc:docMkLst>
        <pc:docMk/>
      </pc:docMkLst>
      <pc:sldChg chg="modSp mod">
        <pc:chgData name="bala n" userId="9e4b367cbb6b095c" providerId="LiveId" clId="{8F0AA8BE-8CF5-4F4D-8BE5-24FA80C1EAF4}" dt="2025-12-14T15:16:40.082" v="313" actId="27636"/>
        <pc:sldMkLst>
          <pc:docMk/>
          <pc:sldMk cId="1781591551" sldId="259"/>
        </pc:sldMkLst>
        <pc:spChg chg="mod">
          <ac:chgData name="bala n" userId="9e4b367cbb6b095c" providerId="LiveId" clId="{8F0AA8BE-8CF5-4F4D-8BE5-24FA80C1EAF4}" dt="2025-12-14T15:16:40.082" v="313" actId="27636"/>
          <ac:spMkLst>
            <pc:docMk/>
            <pc:sldMk cId="1781591551" sldId="259"/>
            <ac:spMk id="4" creationId="{00000000-0000-0000-0000-000000000000}"/>
          </ac:spMkLst>
        </pc:spChg>
      </pc:sldChg>
      <pc:sldChg chg="modSp mod">
        <pc:chgData name="bala n" userId="9e4b367cbb6b095c" providerId="LiveId" clId="{8F0AA8BE-8CF5-4F4D-8BE5-24FA80C1EAF4}" dt="2025-12-14T14:30:37.592" v="91" actId="20577"/>
        <pc:sldMkLst>
          <pc:docMk/>
          <pc:sldMk cId="3489905595" sldId="260"/>
        </pc:sldMkLst>
        <pc:spChg chg="mod">
          <ac:chgData name="bala n" userId="9e4b367cbb6b095c" providerId="LiveId" clId="{8F0AA8BE-8CF5-4F4D-8BE5-24FA80C1EAF4}" dt="2025-12-14T14:30:37.592" v="91" actId="20577"/>
          <ac:spMkLst>
            <pc:docMk/>
            <pc:sldMk cId="3489905595" sldId="260"/>
            <ac:spMk id="7" creationId="{00000000-0000-0000-0000-000000000000}"/>
          </ac:spMkLst>
        </pc:spChg>
      </pc:sldChg>
      <pc:sldChg chg="del">
        <pc:chgData name="bala n" userId="9e4b367cbb6b095c" providerId="LiveId" clId="{8F0AA8BE-8CF5-4F4D-8BE5-24FA80C1EAF4}" dt="2025-12-14T15:17:20.163" v="314" actId="47"/>
        <pc:sldMkLst>
          <pc:docMk/>
          <pc:sldMk cId="3323614116" sldId="264"/>
        </pc:sldMkLst>
      </pc:sldChg>
      <pc:sldChg chg="modSp mod">
        <pc:chgData name="bala n" userId="9e4b367cbb6b095c" providerId="LiveId" clId="{8F0AA8BE-8CF5-4F4D-8BE5-24FA80C1EAF4}" dt="2025-12-14T15:12:27.923" v="283" actId="123"/>
        <pc:sldMkLst>
          <pc:docMk/>
          <pc:sldMk cId="1986912258" sldId="265"/>
        </pc:sldMkLst>
        <pc:spChg chg="mod">
          <ac:chgData name="bala n" userId="9e4b367cbb6b095c" providerId="LiveId" clId="{8F0AA8BE-8CF5-4F4D-8BE5-24FA80C1EAF4}" dt="2025-12-14T15:08:45.996" v="269" actId="20577"/>
          <ac:spMkLst>
            <pc:docMk/>
            <pc:sldMk cId="1986912258" sldId="265"/>
            <ac:spMk id="2" creationId="{00000000-0000-0000-0000-000000000000}"/>
          </ac:spMkLst>
        </pc:spChg>
        <pc:spChg chg="mod">
          <ac:chgData name="bala n" userId="9e4b367cbb6b095c" providerId="LiveId" clId="{8F0AA8BE-8CF5-4F4D-8BE5-24FA80C1EAF4}" dt="2025-12-14T15:12:27.923" v="283" actId="123"/>
          <ac:spMkLst>
            <pc:docMk/>
            <pc:sldMk cId="1986912258" sldId="265"/>
            <ac:spMk id="7" creationId="{00000000-0000-0000-0000-000000000000}"/>
          </ac:spMkLst>
        </pc:spChg>
      </pc:sldChg>
      <pc:sldChg chg="modSp mod">
        <pc:chgData name="bala n" userId="9e4b367cbb6b095c" providerId="LiveId" clId="{8F0AA8BE-8CF5-4F4D-8BE5-24FA80C1EAF4}" dt="2025-12-14T15:13:14.890" v="287"/>
        <pc:sldMkLst>
          <pc:docMk/>
          <pc:sldMk cId="2805240346" sldId="267"/>
        </pc:sldMkLst>
        <pc:spChg chg="mod">
          <ac:chgData name="bala n" userId="9e4b367cbb6b095c" providerId="LiveId" clId="{8F0AA8BE-8CF5-4F4D-8BE5-24FA80C1EAF4}" dt="2025-12-14T15:13:14.890" v="287"/>
          <ac:spMkLst>
            <pc:docMk/>
            <pc:sldMk cId="2805240346" sldId="267"/>
            <ac:spMk id="2" creationId="{00000000-0000-0000-0000-000000000000}"/>
          </ac:spMkLst>
        </pc:spChg>
      </pc:sldChg>
      <pc:sldChg chg="modSp">
        <pc:chgData name="bala n" userId="9e4b367cbb6b095c" providerId="LiveId" clId="{8F0AA8BE-8CF5-4F4D-8BE5-24FA80C1EAF4}" dt="2025-12-14T15:13:30.427" v="290"/>
        <pc:sldMkLst>
          <pc:docMk/>
          <pc:sldMk cId="1399026750" sldId="268"/>
        </pc:sldMkLst>
        <pc:spChg chg="mod">
          <ac:chgData name="bala n" userId="9e4b367cbb6b095c" providerId="LiveId" clId="{8F0AA8BE-8CF5-4F4D-8BE5-24FA80C1EAF4}" dt="2025-12-14T15:13:30.427" v="290"/>
          <ac:spMkLst>
            <pc:docMk/>
            <pc:sldMk cId="1399026750" sldId="268"/>
            <ac:spMk id="2" creationId="{00000000-0000-0000-0000-000000000000}"/>
          </ac:spMkLst>
        </pc:spChg>
      </pc:sldChg>
      <pc:sldChg chg="modSp">
        <pc:chgData name="bala n" userId="9e4b367cbb6b095c" providerId="LiveId" clId="{8F0AA8BE-8CF5-4F4D-8BE5-24FA80C1EAF4}" dt="2025-12-14T15:13:20.440" v="288"/>
        <pc:sldMkLst>
          <pc:docMk/>
          <pc:sldMk cId="1167678489" sldId="270"/>
        </pc:sldMkLst>
        <pc:spChg chg="mod">
          <ac:chgData name="bala n" userId="9e4b367cbb6b095c" providerId="LiveId" clId="{8F0AA8BE-8CF5-4F4D-8BE5-24FA80C1EAF4}" dt="2025-12-14T15:13:20.440" v="288"/>
          <ac:spMkLst>
            <pc:docMk/>
            <pc:sldMk cId="1167678489" sldId="270"/>
            <ac:spMk id="2" creationId="{00000000-0000-0000-0000-000000000000}"/>
          </ac:spMkLst>
        </pc:spChg>
      </pc:sldChg>
      <pc:sldChg chg="modSp">
        <pc:chgData name="bala n" userId="9e4b367cbb6b095c" providerId="LiveId" clId="{8F0AA8BE-8CF5-4F4D-8BE5-24FA80C1EAF4}" dt="2025-12-14T15:13:24.923" v="289"/>
        <pc:sldMkLst>
          <pc:docMk/>
          <pc:sldMk cId="264322986" sldId="271"/>
        </pc:sldMkLst>
        <pc:spChg chg="mod">
          <ac:chgData name="bala n" userId="9e4b367cbb6b095c" providerId="LiveId" clId="{8F0AA8BE-8CF5-4F4D-8BE5-24FA80C1EAF4}" dt="2025-12-14T15:13:24.923" v="289"/>
          <ac:spMkLst>
            <pc:docMk/>
            <pc:sldMk cId="264322986" sldId="271"/>
            <ac:spMk id="2" creationId="{00000000-0000-0000-0000-000000000000}"/>
          </ac:spMkLst>
        </pc:spChg>
      </pc:sldChg>
      <pc:sldChg chg="addSp delSp modSp mod">
        <pc:chgData name="bala n" userId="9e4b367cbb6b095c" providerId="LiveId" clId="{8F0AA8BE-8CF5-4F4D-8BE5-24FA80C1EAF4}" dt="2025-12-14T14:56:17.858" v="116"/>
        <pc:sldMkLst>
          <pc:docMk/>
          <pc:sldMk cId="3681031104" sldId="272"/>
        </pc:sldMkLst>
        <pc:spChg chg="del mod">
          <ac:chgData name="bala n" userId="9e4b367cbb6b095c" providerId="LiveId" clId="{8F0AA8BE-8CF5-4F4D-8BE5-24FA80C1EAF4}" dt="2025-12-14T14:56:01.102" v="114" actId="478"/>
          <ac:spMkLst>
            <pc:docMk/>
            <pc:sldMk cId="3681031104" sldId="272"/>
            <ac:spMk id="4" creationId="{00000000-0000-0000-0000-000000000000}"/>
          </ac:spMkLst>
        </pc:spChg>
        <pc:spChg chg="add del mod">
          <ac:chgData name="bala n" userId="9e4b367cbb6b095c" providerId="LiveId" clId="{8F0AA8BE-8CF5-4F4D-8BE5-24FA80C1EAF4}" dt="2025-12-14T14:40:42.936" v="97"/>
          <ac:spMkLst>
            <pc:docMk/>
            <pc:sldMk cId="3681031104" sldId="272"/>
            <ac:spMk id="6" creationId="{EF1B0D38-07A3-BA04-1058-E32310844BFB}"/>
          </ac:spMkLst>
        </pc:spChg>
        <pc:spChg chg="add del mod">
          <ac:chgData name="bala n" userId="9e4b367cbb6b095c" providerId="LiveId" clId="{8F0AA8BE-8CF5-4F4D-8BE5-24FA80C1EAF4}" dt="2025-12-14T14:52:43.164" v="100"/>
          <ac:spMkLst>
            <pc:docMk/>
            <pc:sldMk cId="3681031104" sldId="272"/>
            <ac:spMk id="9" creationId="{49DB2A6D-FBA8-AD1E-E92A-20AA11DECFE5}"/>
          </ac:spMkLst>
        </pc:spChg>
        <pc:spChg chg="add del mod">
          <ac:chgData name="bala n" userId="9e4b367cbb6b095c" providerId="LiveId" clId="{8F0AA8BE-8CF5-4F4D-8BE5-24FA80C1EAF4}" dt="2025-12-14T14:53:07.595" v="105" actId="478"/>
          <ac:spMkLst>
            <pc:docMk/>
            <pc:sldMk cId="3681031104" sldId="272"/>
            <ac:spMk id="12" creationId="{BF3F895D-C813-04D1-674A-5E6A9E0BFBA5}"/>
          </ac:spMkLst>
        </pc:spChg>
        <pc:spChg chg="add del mod">
          <ac:chgData name="bala n" userId="9e4b367cbb6b095c" providerId="LiveId" clId="{8F0AA8BE-8CF5-4F4D-8BE5-24FA80C1EAF4}" dt="2025-12-14T14:55:16.317" v="106" actId="22"/>
          <ac:spMkLst>
            <pc:docMk/>
            <pc:sldMk cId="3681031104" sldId="272"/>
            <ac:spMk id="13" creationId="{F03A621A-841C-BA9C-95E2-8B548366AC26}"/>
          </ac:spMkLst>
        </pc:spChg>
        <pc:spChg chg="add mod">
          <ac:chgData name="bala n" userId="9e4b367cbb6b095c" providerId="LiveId" clId="{8F0AA8BE-8CF5-4F4D-8BE5-24FA80C1EAF4}" dt="2025-12-14T14:56:02.542" v="115"/>
          <ac:spMkLst>
            <pc:docMk/>
            <pc:sldMk cId="3681031104" sldId="272"/>
            <ac:spMk id="16" creationId="{20DF3D22-5D2F-2466-C8AE-4F8906D9B864}"/>
          </ac:spMkLst>
        </pc:spChg>
        <pc:spChg chg="add mod">
          <ac:chgData name="bala n" userId="9e4b367cbb6b095c" providerId="LiveId" clId="{8F0AA8BE-8CF5-4F4D-8BE5-24FA80C1EAF4}" dt="2025-12-14T14:56:17.858" v="116"/>
          <ac:spMkLst>
            <pc:docMk/>
            <pc:sldMk cId="3681031104" sldId="272"/>
            <ac:spMk id="17" creationId="{079ECC0D-396B-6C59-8640-999308E18CC8}"/>
          </ac:spMkLst>
        </pc:spChg>
        <pc:graphicFrameChg chg="add del mod modGraphic">
          <ac:chgData name="bala n" userId="9e4b367cbb6b095c" providerId="LiveId" clId="{8F0AA8BE-8CF5-4F4D-8BE5-24FA80C1EAF4}" dt="2025-12-14T14:52:40.958" v="99" actId="478"/>
          <ac:graphicFrameMkLst>
            <pc:docMk/>
            <pc:sldMk cId="3681031104" sldId="272"/>
            <ac:graphicFrameMk id="7" creationId="{3D36F965-361C-14FC-AD8E-EC1E1955EE7C}"/>
          </ac:graphicFrameMkLst>
        </pc:graphicFrameChg>
        <pc:graphicFrameChg chg="add del mod">
          <ac:chgData name="bala n" userId="9e4b367cbb6b095c" providerId="LiveId" clId="{8F0AA8BE-8CF5-4F4D-8BE5-24FA80C1EAF4}" dt="2025-12-14T14:53:07.595" v="105" actId="478"/>
          <ac:graphicFrameMkLst>
            <pc:docMk/>
            <pc:sldMk cId="3681031104" sldId="272"/>
            <ac:graphicFrameMk id="11" creationId="{F30E1C4D-443E-0327-86DE-8BF5A95971DF}"/>
          </ac:graphicFrameMkLst>
        </pc:graphicFrameChg>
        <pc:graphicFrameChg chg="del modGraphic">
          <ac:chgData name="bala n" userId="9e4b367cbb6b095c" providerId="LiveId" clId="{8F0AA8BE-8CF5-4F4D-8BE5-24FA80C1EAF4}" dt="2025-12-14T14:40:40.797" v="96" actId="478"/>
          <ac:graphicFrameMkLst>
            <pc:docMk/>
            <pc:sldMk cId="3681031104" sldId="272"/>
            <ac:graphicFrameMk id="21" creationId="{9999FA7A-0DB9-A696-86BB-FC7ED53ECEB5}"/>
          </ac:graphicFrameMkLst>
        </pc:graphicFrameChg>
        <pc:picChg chg="add mod ord">
          <ac:chgData name="bala n" userId="9e4b367cbb6b095c" providerId="LiveId" clId="{8F0AA8BE-8CF5-4F4D-8BE5-24FA80C1EAF4}" dt="2025-12-14T14:55:38.031" v="112" actId="14100"/>
          <ac:picMkLst>
            <pc:docMk/>
            <pc:sldMk cId="3681031104" sldId="272"/>
            <ac:picMk id="15" creationId="{B7B6C781-6587-9C8E-BC3A-C6B395C9F677}"/>
          </ac:picMkLst>
        </pc:picChg>
      </pc:sldChg>
      <pc:sldChg chg="addSp delSp modSp mod">
        <pc:chgData name="bala n" userId="9e4b367cbb6b095c" providerId="LiveId" clId="{8F0AA8BE-8CF5-4F4D-8BE5-24FA80C1EAF4}" dt="2025-12-08T15:22:02.120" v="6"/>
        <pc:sldMkLst>
          <pc:docMk/>
          <pc:sldMk cId="930405833" sldId="273"/>
        </pc:sldMkLst>
        <pc:spChg chg="add mod">
          <ac:chgData name="bala n" userId="9e4b367cbb6b095c" providerId="LiveId" clId="{8F0AA8BE-8CF5-4F4D-8BE5-24FA80C1EAF4}" dt="2025-12-08T15:22:02.120" v="6"/>
          <ac:spMkLst>
            <pc:docMk/>
            <pc:sldMk cId="930405833" sldId="273"/>
            <ac:spMk id="3" creationId="{C6F6E038-3820-626E-5150-95ED7E9864B2}"/>
          </ac:spMkLst>
        </pc:spChg>
      </pc:sldChg>
      <pc:sldChg chg="addSp delSp modSp mod">
        <pc:chgData name="bala n" userId="9e4b367cbb6b095c" providerId="LiveId" clId="{8F0AA8BE-8CF5-4F4D-8BE5-24FA80C1EAF4}" dt="2025-12-08T15:21:51.769" v="3"/>
        <pc:sldMkLst>
          <pc:docMk/>
          <pc:sldMk cId="632602375" sldId="274"/>
        </pc:sldMkLst>
        <pc:spChg chg="add mod">
          <ac:chgData name="bala n" userId="9e4b367cbb6b095c" providerId="LiveId" clId="{8F0AA8BE-8CF5-4F4D-8BE5-24FA80C1EAF4}" dt="2025-12-08T15:21:51.769" v="3"/>
          <ac:spMkLst>
            <pc:docMk/>
            <pc:sldMk cId="632602375" sldId="274"/>
            <ac:spMk id="8" creationId="{CF45B0AA-D571-9D45-CDBA-6ACB4739182D}"/>
          </ac:spMkLst>
        </pc:spChg>
      </pc:sldChg>
      <pc:sldChg chg="addSp modSp add mod">
        <pc:chgData name="bala n" userId="9e4b367cbb6b095c" providerId="LiveId" clId="{8F0AA8BE-8CF5-4F4D-8BE5-24FA80C1EAF4}" dt="2025-12-14T15:05:00.434" v="233" actId="20577"/>
        <pc:sldMkLst>
          <pc:docMk/>
          <pc:sldMk cId="1200578839" sldId="275"/>
        </pc:sldMkLst>
        <pc:spChg chg="mod">
          <ac:chgData name="bala n" userId="9e4b367cbb6b095c" providerId="LiveId" clId="{8F0AA8BE-8CF5-4F4D-8BE5-24FA80C1EAF4}" dt="2025-12-14T14:58:12.001" v="157" actId="20577"/>
          <ac:spMkLst>
            <pc:docMk/>
            <pc:sldMk cId="1200578839" sldId="275"/>
            <ac:spMk id="2" creationId="{38C8001B-6AEE-8AEF-3791-C35DCE27CD7B}"/>
          </ac:spMkLst>
        </pc:spChg>
        <pc:spChg chg="add mod">
          <ac:chgData name="bala n" userId="9e4b367cbb6b095c" providerId="LiveId" clId="{8F0AA8BE-8CF5-4F4D-8BE5-24FA80C1EAF4}" dt="2025-12-14T15:05:00.434" v="233" actId="20577"/>
          <ac:spMkLst>
            <pc:docMk/>
            <pc:sldMk cId="1200578839" sldId="275"/>
            <ac:spMk id="4" creationId="{CC6CC93B-2AEE-301E-6867-41596B73AEAC}"/>
          </ac:spMkLst>
        </pc:spChg>
        <pc:spChg chg="mod">
          <ac:chgData name="bala n" userId="9e4b367cbb6b095c" providerId="LiveId" clId="{8F0AA8BE-8CF5-4F4D-8BE5-24FA80C1EAF4}" dt="2025-12-14T15:04:49.371" v="230" actId="1076"/>
          <ac:spMkLst>
            <pc:docMk/>
            <pc:sldMk cId="1200578839" sldId="275"/>
            <ac:spMk id="7" creationId="{94AE92D1-6BC9-D3CA-ACE1-EF0E33A47D19}"/>
          </ac:spMkLst>
        </pc:spChg>
      </pc:sldChg>
      <pc:sldChg chg="addSp delSp modSp add mod">
        <pc:chgData name="bala n" userId="9e4b367cbb6b095c" providerId="LiveId" clId="{8F0AA8BE-8CF5-4F4D-8BE5-24FA80C1EAF4}" dt="2025-12-14T15:15:37.716" v="306" actId="123"/>
        <pc:sldMkLst>
          <pc:docMk/>
          <pc:sldMk cId="2935181199" sldId="276"/>
        </pc:sldMkLst>
        <pc:spChg chg="mod">
          <ac:chgData name="bala n" userId="9e4b367cbb6b095c" providerId="LiveId" clId="{8F0AA8BE-8CF5-4F4D-8BE5-24FA80C1EAF4}" dt="2025-12-14T15:15:28.393" v="305" actId="20577"/>
          <ac:spMkLst>
            <pc:docMk/>
            <pc:sldMk cId="2935181199" sldId="276"/>
            <ac:spMk id="2" creationId="{9481BF19-60A4-A47D-803B-B2E4648BF657}"/>
          </ac:spMkLst>
        </pc:spChg>
        <pc:spChg chg="add mod">
          <ac:chgData name="bala n" userId="9e4b367cbb6b095c" providerId="LiveId" clId="{8F0AA8BE-8CF5-4F4D-8BE5-24FA80C1EAF4}" dt="2025-12-14T15:15:37.716" v="306" actId="123"/>
          <ac:spMkLst>
            <pc:docMk/>
            <pc:sldMk cId="2935181199" sldId="276"/>
            <ac:spMk id="7" creationId="{EA5DDCEA-F74F-ED1D-73DC-8C610D87CD23}"/>
          </ac:spMkLst>
        </pc:spChg>
        <pc:picChg chg="del">
          <ac:chgData name="bala n" userId="9e4b367cbb6b095c" providerId="LiveId" clId="{8F0AA8BE-8CF5-4F4D-8BE5-24FA80C1EAF4}" dt="2025-12-14T15:14:25.401" v="292" actId="478"/>
          <ac:picMkLst>
            <pc:docMk/>
            <pc:sldMk cId="2935181199" sldId="276"/>
            <ac:picMk id="10242" creationId="{32CCBA08-C3AB-BE71-036F-FC6F06F0BF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B32F0-08A5-4EF0-8DE3-59101D6EE244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7251E-586D-4348-8DAC-E62978CE74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17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70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23DF40D-1800-48F2-89B0-8451D73D04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8CB8B7FE-98D4-4BC1-AF30-2F4B2E57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0E2CBEC-FF7E-446A-8770-6539CBEDA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7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C928-9714-4F09-AE9C-B528894147EA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52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0756-FC39-40F2-AE6B-E47CC92E69F0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77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59EE-6E44-4EC5-B743-56364C358950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2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087B0-1696-4B8E-8499-63FE83517830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93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7739-47D7-4369-9627-C747691F05D4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98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503A5-CAFA-4CB3-9177-7123DA3DB155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1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8D78D-48D1-449F-874F-1F96C64D321C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4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2F5FE-CF8B-488A-9FBF-9A9FA55312D6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94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B29-5AEB-4E68-BDA0-23754AE9280E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0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C5AA-C98B-4767-9F86-543C86342EB3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5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F431-F1A2-484B-9821-BE68B2552BFD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58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118B2-72C7-48F4-B6C5-9B169F0411AF}" type="datetime1">
              <a:rPr lang="en-IN" smtClean="0"/>
              <a:pPr>
                <a:defRPr/>
              </a:pPr>
              <a:t>14-12-2025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95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AA038-B803-4A22-B9BC-E3AF3BDCED81}" type="datetime1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D2EA7-D846-4DD1-862F-6C9076468E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14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4" name="Google Shape;36974;p1"/>
          <p:cNvSpPr/>
          <p:nvPr/>
        </p:nvSpPr>
        <p:spPr>
          <a:xfrm>
            <a:off x="240550" y="274650"/>
            <a:ext cx="11696700" cy="6300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75" name="Google Shape;36975;p1"/>
          <p:cNvSpPr txBox="1">
            <a:spLocks noGrp="1"/>
          </p:cNvSpPr>
          <p:nvPr>
            <p:ph type="subTitle" idx="4294967295"/>
          </p:nvPr>
        </p:nvSpPr>
        <p:spPr>
          <a:xfrm>
            <a:off x="2770132" y="2041371"/>
            <a:ext cx="7822200" cy="38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Presented by,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Name                 : </a:t>
            </a:r>
            <a:r>
              <a:rPr lang="en-US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BALAMURUGAN N</a:t>
            </a:r>
            <a:endParaRPr lang="en-US" sz="24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Register No.     : 8115U23IT021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Roll. No.            : ITA2321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Year &amp; Section : III &amp; A</a:t>
            </a:r>
            <a:endParaRPr sz="24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ts val="2400"/>
              <a:buNone/>
            </a:pPr>
            <a:r>
              <a:rPr lang="en-US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Course Code    : ITB1303</a:t>
            </a:r>
            <a:endParaRPr sz="2400" b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ts val="2400"/>
              <a:buNone/>
            </a:pPr>
            <a:r>
              <a:rPr lang="en-US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Course Name   : Data Mining Techniques (TCPR)</a:t>
            </a:r>
            <a:endParaRPr sz="2400" b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76" name="Google Shape;36976;p1"/>
          <p:cNvSpPr/>
          <p:nvPr/>
        </p:nvSpPr>
        <p:spPr>
          <a:xfrm>
            <a:off x="1679575" y="-1684338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77" name="Google Shape;36977;p1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367251" y="356884"/>
            <a:ext cx="1312323" cy="1185208"/>
          </a:xfrm>
          <a:prstGeom prst="rect">
            <a:avLst/>
          </a:prstGeom>
          <a:noFill/>
          <a:ln>
            <a:noFill/>
          </a:ln>
        </p:spPr>
      </p:pic>
      <p:sp>
        <p:nvSpPr>
          <p:cNvPr id="36978" name="Google Shape;36978;p1"/>
          <p:cNvSpPr/>
          <p:nvPr/>
        </p:nvSpPr>
        <p:spPr>
          <a:xfrm>
            <a:off x="1551708" y="485559"/>
            <a:ext cx="9268691" cy="22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K.RAMAKRISHNAN COLLEGE OF ENGINEERING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(AUTONOMOUS)</a:t>
            </a:r>
          </a:p>
          <a:p>
            <a:pPr lvl="0" algn="ctr">
              <a:buClr>
                <a:srgbClr val="000000"/>
              </a:buClr>
              <a:buSzPts val="1800"/>
            </a:pP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>
              <a:buClr>
                <a:srgbClr val="000000"/>
              </a:buClr>
              <a:buSzPts val="1800"/>
            </a:pPr>
            <a:r>
              <a:rPr 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SOCIAL MEDIA TRENDS FOR PRODUCT LAUNCH SUCCESS</a:t>
            </a: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6979" name="Google Shape;36979;p1" descr="A blue and white logo&#10;&#10;Description automatically generated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10415209" y="314059"/>
            <a:ext cx="1522041" cy="1228033"/>
          </a:xfrm>
          <a:prstGeom prst="rect">
            <a:avLst/>
          </a:prstGeom>
          <a:noFill/>
          <a:ln>
            <a:noFill/>
          </a:ln>
        </p:spPr>
      </p:pic>
      <p:sp>
        <p:nvSpPr>
          <p:cNvPr id="36980" name="Google Shape;36980;p1"/>
          <p:cNvSpPr txBox="1"/>
          <p:nvPr/>
        </p:nvSpPr>
        <p:spPr>
          <a:xfrm>
            <a:off x="561702" y="5962415"/>
            <a:ext cx="3396344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Date of Review :</a:t>
            </a:r>
            <a:r>
              <a:rPr lang="en-US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.12.2025 </a:t>
            </a:r>
            <a:endParaRPr sz="1800" b="1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B0B1F0C1-FE4D-47C4-BFD4-577E77A4BE4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1662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3" name="Google Shape;3698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2800" b="1" i="0" u="none" strike="noStrike" cap="none" dirty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 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59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ABSTRACT</a:t>
            </a:r>
            <a:endParaRPr lang="en-IN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1317625" y="3013403"/>
            <a:ext cx="980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61C8-11CC-20EE-43AA-28A25B8012A8}"/>
              </a:ext>
            </a:extLst>
          </p:cNvPr>
          <p:cNvSpPr txBox="1"/>
          <p:nvPr/>
        </p:nvSpPr>
        <p:spPr>
          <a:xfrm>
            <a:off x="1074345" y="1155528"/>
            <a:ext cx="10670615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social media posts to understand public opinion about upcoming products.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trending keywords, hashtags, and engagement patterns related to a product launch.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sentiment analysis and classify user emotions as positive, negative, or neutral.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machine learning models to predict the success of a product before its launch.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businesses make better decisions by using real-time consumer insights.</a:t>
            </a:r>
          </a:p>
        </p:txBody>
      </p:sp>
    </p:spTree>
    <p:extLst>
      <p:ext uri="{BB962C8B-B14F-4D97-AF65-F5344CB8AC3E}">
        <p14:creationId xmlns:p14="http://schemas.microsoft.com/office/powerpoint/2010/main" val="348990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INTRODUCTION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8308" y="1847850"/>
            <a:ext cx="9315702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831960-A576-C8C1-8A07-8E517A8DF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81903"/>
            <a:ext cx="105156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like Twitter, Instagram, YouTube, and Reddit have become major sources of public opinion.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share reactions, expectations, and reviews that strongly influence how successful a new product will be.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these large volumes of social media data helps understand customer interest and market trends.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predicts product launch success by studying sentiment, trends, and engagement from online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172604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LITERATURE SURVEY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5</a:t>
            </a:fld>
            <a:endParaRPr lang="en-IN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689"/>
              </p:ext>
            </p:extLst>
          </p:nvPr>
        </p:nvGraphicFramePr>
        <p:xfrm>
          <a:off x="1335385" y="1502874"/>
          <a:ext cx="9913545" cy="46444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991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4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CFCB4E2C-D436-AEF4-8458-5D76C1383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Content Placeholder 14" descr="A table of informational text&#10;&#10;AI-generated content may be incorrect.">
            <a:extLst>
              <a:ext uri="{FF2B5EF4-FFF2-40B4-BE49-F238E27FC236}">
                <a16:creationId xmlns:a16="http://schemas.microsoft.com/office/drawing/2014/main" id="{B7B6C781-6587-9C8E-BC3A-C6B395C9F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502874"/>
            <a:ext cx="11043138" cy="4853476"/>
          </a:xfrm>
          <a:prstGeom prst="rect">
            <a:avLst/>
          </a:prstGeom>
        </p:spPr>
      </p:pic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079ECC0D-396B-6C59-8640-999308E1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68103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EXISTING SYSTEM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176" y="2005012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2428FF-EE67-BFAC-6263-5E05AF49F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4" y="1477023"/>
            <a:ext cx="1059957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rely on surveys, interviews, and manual feedback to understand customer interest.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slow and cannot capture real-time public opinion.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cannot process large social media data or trending hashtags.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sentiment analysis is used to understand customer emotions accurately.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often less reliable because they depend on limited and outdated information.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F45B0AA-D571-9D45-CDBA-6ACB4739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63260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PROPOSED SYSTEM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9478604-690B-20CF-DA4A-D2BAAA7D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6485" y="1597816"/>
            <a:ext cx="10577315" cy="480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analyzes social media data to understand public interest in real time.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NLP techniques to extract sentiment, trending keywords, and engagement levels.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applied to predict the success of a product before launch.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visual charts and insights to help businesses make better decisions.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faster, more accurate, and data-driven predictions compared to traditional methods.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6F6E038-3820-626E-5150-95ED7E98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93040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82DD-1855-2D4D-F4A2-5C7C9281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001B-6AEE-8AEF-3791-C35DCE27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SYSTEM SPECIFICATION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7D590-A9D7-DCFD-BE93-41E9E0AB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E92D1-6BC9-D3CA-ACE1-EF0E33A47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308" y="1461743"/>
            <a:ext cx="5817746" cy="330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512 GB SSD or higher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Monitor: 15.6″ or above, Full HD resolution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 and Mouse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63BD4E-09EE-8DD3-84BF-10119785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CC93B-2AEE-301E-6867-41596B73AEAC}"/>
              </a:ext>
            </a:extLst>
          </p:cNvPr>
          <p:cNvSpPr txBox="1"/>
          <p:nvPr/>
        </p:nvSpPr>
        <p:spPr>
          <a:xfrm>
            <a:off x="6285054" y="1299697"/>
            <a:ext cx="5717894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11 Programming Language: Python 3.10+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Libraries: Pandas, NumPy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/ Storage: CSV files (local storage)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Editor: Visual Studio Code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Google Chrome / Edge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7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PROPOSED ARCHITECTURE</a:t>
            </a:r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8FD9B90-40CE-F7AE-8A3F-6BA08EDB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4" y="1524000"/>
            <a:ext cx="6280785" cy="479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7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solidFill>
                <a:srgbClr val="FF006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36326"/>
            <a:ext cx="10412392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Sentiment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posts to identify whether public opinion about a product is positive, negative, or neutral before launch.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Trend &amp; Keyword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Mining: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used keywords and hashtags to understand what features or topics people are most interested in.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Engagement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likes, comments, shares, and views to evaluate how actively users interact with product-related content.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91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26CB7-9F8B-0F3B-07FB-67701518F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D278D7-69EC-B247-8731-ABC2F0F3F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46238"/>
            <a:ext cx="9738360" cy="409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240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93649B-270B-C447-8E40-E252338C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546211" y="1825625"/>
            <a:ext cx="14900011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E570DCE-D97A-BF12-6D4C-4272B109B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" y="1646238"/>
            <a:ext cx="9966960" cy="379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678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354ED3-E546-6E3C-B373-25DA80379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43A7C64-0AA3-A439-9F2A-5B5FE55B1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" y="1825625"/>
            <a:ext cx="9235439" cy="35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2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CE9AC-DA61-DC42-97FD-E56E832D0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5FB6EDC-E410-1D98-3C20-E28520A68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78280"/>
            <a:ext cx="9799320" cy="40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026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ED4D-7C59-F06A-C179-B1F51D1C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BF19-60A4-A47D-803B-B2E4648B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FF36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br>
              <a:rPr lang="en-GB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C3A-839B-8E06-AFB5-B213E1E7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DCD82-E125-ADA1-B83D-F76D6B10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821A7-F440-94E3-F8DD-D43896F1D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DDCEA-F74F-ED1D-73DC-8C610D87CD23}"/>
              </a:ext>
            </a:extLst>
          </p:cNvPr>
          <p:cNvSpPr txBox="1"/>
          <p:nvPr/>
        </p:nvSpPr>
        <p:spPr>
          <a:xfrm>
            <a:off x="838200" y="1619171"/>
            <a:ext cx="1051559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data provides valuable early insights into public opinion about new products.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Sentiment, trends, and engagement strongly influence product launch success.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improves the accuracy of predicting market response before launch.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businesses make better, data-driven launch and marketing decisions.</a:t>
            </a:r>
          </a:p>
        </p:txBody>
      </p:sp>
    </p:spTree>
    <p:extLst>
      <p:ext uri="{BB962C8B-B14F-4D97-AF65-F5344CB8AC3E}">
        <p14:creationId xmlns:p14="http://schemas.microsoft.com/office/powerpoint/2010/main" val="2935181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66"/>
                </a:solidFill>
                <a:latin typeface="Arial"/>
                <a:cs typeface="Arial"/>
                <a:sym typeface="Arial"/>
              </a:rPr>
              <a:t>REFERENCE</a:t>
            </a:r>
            <a:endParaRPr lang="en-IN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ITB1303 –DATA MINING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EF1044-3912-B040-FCA6-854004793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6490"/>
            <a:ext cx="10515600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Sharma, A., Deshmukh, K., &amp; Rao, L. (2020).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Sentiment-Driven Product Launch Forecasting Using Social Media 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Journal of Intelligent Market Analytics.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Gupta, S., &amp; Sharma, R. (2021).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Mining Techniques in Twitter for Product Market Intelligence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Springer Journal of Social Computing Systems.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L., Xiang, H., &amp; Zhao, M. (2019).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Product Demand Using User-Generated Social Media Content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Predictive Analytics.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Kumar, P., &amp; Mukherjee, A. (2022).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LSTM-Based Sentiment Analysis for Consumer Behavior Prediction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Transactions on Computational Social Systems.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Martin, J., &amp; Lee, R. (2018).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Influence Modeling in Social Media Communities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ACM Transactions on Web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08551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844</Words>
  <Application>Microsoft Office PowerPoint</Application>
  <PresentationFormat>Widescreen</PresentationFormat>
  <Paragraphs>127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AGENDA</vt:lpstr>
      <vt:lpstr>ABSTRACT</vt:lpstr>
      <vt:lpstr>INTRODUCTION</vt:lpstr>
      <vt:lpstr>LITERATURE SURVEY</vt:lpstr>
      <vt:lpstr>EXISTING SYSTEM</vt:lpstr>
      <vt:lpstr>PROPOSED SYSTEM</vt:lpstr>
      <vt:lpstr>SYSTEM SPECIFICATION</vt:lpstr>
      <vt:lpstr>PROPOSED ARCHITECTURE</vt:lpstr>
      <vt:lpstr>METHODOLOGY</vt:lpstr>
      <vt:lpstr>EXPERIMENTAL RESULTS</vt:lpstr>
      <vt:lpstr>EXPERIMENTAL RESULTS</vt:lpstr>
      <vt:lpstr>EXPERIMENTAL RESULTS</vt:lpstr>
      <vt:lpstr>EXPERIMENTAL RESULTS</vt:lpstr>
      <vt:lpstr>CONCLUSION 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bala n</cp:lastModifiedBy>
  <cp:revision>33</cp:revision>
  <dcterms:created xsi:type="dcterms:W3CDTF">2025-09-09T05:14:19Z</dcterms:created>
  <dcterms:modified xsi:type="dcterms:W3CDTF">2025-12-14T15:17:29Z</dcterms:modified>
</cp:coreProperties>
</file>